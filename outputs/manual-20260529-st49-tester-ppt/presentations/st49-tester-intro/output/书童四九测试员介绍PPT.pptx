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772f8e9584590" /><Relationship Type="http://schemas.openxmlformats.org/officeDocument/2006/relationships/extended-properties" Target="/docProps/app.xml" Id="R07623911b50e47a7" /><Relationship Type="http://schemas.openxmlformats.org/officeDocument/2006/relationships/officeDocument" Target="/ppt/presentation.xml" Id="R2313edc77a1648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b750a056d4f93"/>
  </p:sldMasterIdLst>
  <p:notesMasterIdLst>
    <p:notesMasterId xmlns:r="http://schemas.openxmlformats.org/officeDocument/2006/relationships" r:id="R4d4a057d4da140bb"/>
  </p:notesMasterIdLst>
  <p:sldIdLst>
    <p:sldId xmlns:r="http://schemas.openxmlformats.org/officeDocument/2006/relationships" id="256" r:id="Rc186508b93924f3f"/>
    <p:sldId xmlns:r="http://schemas.openxmlformats.org/officeDocument/2006/relationships" id="257" r:id="R56b4e095a5414505"/>
    <p:sldId xmlns:r="http://schemas.openxmlformats.org/officeDocument/2006/relationships" id="258" r:id="Rfe526c761ab14256"/>
    <p:sldId xmlns:r="http://schemas.openxmlformats.org/officeDocument/2006/relationships" id="259" r:id="R4aa0476ec8c54034"/>
    <p:sldId xmlns:r="http://schemas.openxmlformats.org/officeDocument/2006/relationships" id="260" r:id="Rfcfbcd7c6e7c4da6"/>
    <p:sldId xmlns:r="http://schemas.openxmlformats.org/officeDocument/2006/relationships" id="261" r:id="Rcd5c4fa79774453a"/>
    <p:sldId xmlns:r="http://schemas.openxmlformats.org/officeDocument/2006/relationships" id="262" r:id="R9ddfe892df554f14"/>
    <p:sldId xmlns:r="http://schemas.openxmlformats.org/officeDocument/2006/relationships" id="263" r:id="Ref04e51472574112"/>
    <p:sldId xmlns:r="http://schemas.openxmlformats.org/officeDocument/2006/relationships" id="264" r:id="R04b3181c5737487e"/>
    <p:sldId xmlns:r="http://schemas.openxmlformats.org/officeDocument/2006/relationships" id="265" r:id="R7b59c7277f324b1c"/>
    <p:sldId xmlns:r="http://schemas.openxmlformats.org/officeDocument/2006/relationships" id="266" r:id="R263a51db35e24f00"/>
    <p:sldId xmlns:r="http://schemas.openxmlformats.org/officeDocument/2006/relationships" id="267" r:id="R8089dce54da44b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b750a056d4f93" /><Relationship Type="http://schemas.openxmlformats.org/officeDocument/2006/relationships/theme" Target="/ppt/theme/theme1.xml" Id="R27b7423ca5af47e7" /><Relationship Type="http://schemas.openxmlformats.org/officeDocument/2006/relationships/notesMaster" Target="/ppt/notesMasters/notesMaster1.xml" Id="R4d4a057d4da140bb" /><Relationship Type="http://schemas.openxmlformats.org/officeDocument/2006/relationships/presProps" Target="/ppt/presProps.xml" Id="R762ce187a7a94642" /><Relationship Type="http://schemas.openxmlformats.org/officeDocument/2006/relationships/viewProps" Target="/ppt/viewProps.xml" Id="Rc5f4e33a4c664eee" /><Relationship Type="http://schemas.openxmlformats.org/officeDocument/2006/relationships/tableStyles" Target="/ppt/tableStyles.xml" Id="R2581c38f72814df2" /><Relationship Type="http://schemas.openxmlformats.org/officeDocument/2006/relationships/slide" Target="/ppt/slides/slide1.xml" Id="Rc186508b93924f3f" /><Relationship Type="http://schemas.openxmlformats.org/officeDocument/2006/relationships/slide" Target="/ppt/slides/slide2.xml" Id="R56b4e095a5414505" /><Relationship Type="http://schemas.openxmlformats.org/officeDocument/2006/relationships/slide" Target="/ppt/slides/slide3.xml" Id="Rfe526c761ab14256" /><Relationship Type="http://schemas.openxmlformats.org/officeDocument/2006/relationships/slide" Target="/ppt/slides/slide4.xml" Id="R4aa0476ec8c54034" /><Relationship Type="http://schemas.openxmlformats.org/officeDocument/2006/relationships/slide" Target="/ppt/slides/slide5.xml" Id="Rfcfbcd7c6e7c4da6" /><Relationship Type="http://schemas.openxmlformats.org/officeDocument/2006/relationships/slide" Target="/ppt/slides/slide6.xml" Id="Rcd5c4fa79774453a" /><Relationship Type="http://schemas.openxmlformats.org/officeDocument/2006/relationships/slide" Target="/ppt/slides/slide7.xml" Id="R9ddfe892df554f14" /><Relationship Type="http://schemas.openxmlformats.org/officeDocument/2006/relationships/slide" Target="/ppt/slides/slide8.xml" Id="Ref04e51472574112" /><Relationship Type="http://schemas.openxmlformats.org/officeDocument/2006/relationships/slide" Target="/ppt/slides/slide9.xml" Id="R04b3181c5737487e" /><Relationship Type="http://schemas.openxmlformats.org/officeDocument/2006/relationships/slide" Target="/ppt/slides/slide10.xml" Id="R7b59c7277f324b1c" /><Relationship Type="http://schemas.openxmlformats.org/officeDocument/2006/relationships/slide" Target="/ppt/slides/slide11.xml" Id="R263a51db35e24f00" /><Relationship Type="http://schemas.openxmlformats.org/officeDocument/2006/relationships/slide" Target="/ppt/slides/slide12.xml" Id="R8089dce54da44b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5ad8fe341c84b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025e0aa7944ae4" /><Relationship Type="http://schemas.openxmlformats.org/officeDocument/2006/relationships/notesMaster" Target="/ppt/notesMasters/notesMaster1.xml" Id="R6953d0ed139740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191825f7f4039" /><Relationship Type="http://schemas.openxmlformats.org/officeDocument/2006/relationships/notesMaster" Target="/ppt/notesMasters/notesMaster1.xml" Id="Ra2e1b016246b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5178a35a794b68" /><Relationship Type="http://schemas.openxmlformats.org/officeDocument/2006/relationships/notesMaster" Target="/ppt/notesMasters/notesMaster1.xml" Id="R49d982aa09634a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c5992986084a06" /><Relationship Type="http://schemas.openxmlformats.org/officeDocument/2006/relationships/notesMaster" Target="/ppt/notesMasters/notesMaster1.xml" Id="Rfc553e34ecca46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3b9c621c4416c" /><Relationship Type="http://schemas.openxmlformats.org/officeDocument/2006/relationships/notesMaster" Target="/ppt/notesMasters/notesMaster1.xml" Id="Re6820ef9e603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1d1a152e641fe" /><Relationship Type="http://schemas.openxmlformats.org/officeDocument/2006/relationships/notesMaster" Target="/ppt/notesMasters/notesMaster1.xml" Id="Rd40809775e15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f7e6f267745e6" /><Relationship Type="http://schemas.openxmlformats.org/officeDocument/2006/relationships/notesMaster" Target="/ppt/notesMasters/notesMaster1.xml" Id="R2c8fafb84a714a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55645871e4dad" /><Relationship Type="http://schemas.openxmlformats.org/officeDocument/2006/relationships/notesMaster" Target="/ppt/notesMasters/notesMaster1.xml" Id="Rcf9024da3b55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ca6451491a4eca" /><Relationship Type="http://schemas.openxmlformats.org/officeDocument/2006/relationships/notesMaster" Target="/ppt/notesMasters/notesMaster1.xml" Id="Re85bea99ebc843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808e6871f4cb6" /><Relationship Type="http://schemas.openxmlformats.org/officeDocument/2006/relationships/notesMaster" Target="/ppt/notesMasters/notesMaster1.xml" Id="Rb5c59d8ac40049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9eaf2f0ae4d03" /><Relationship Type="http://schemas.openxmlformats.org/officeDocument/2006/relationships/notesMaster" Target="/ppt/notesMasters/notesMaster1.xml" Id="Rce638d5206e647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dd7116f2714478" /><Relationship Type="http://schemas.openxmlformats.org/officeDocument/2006/relationships/notesMaster" Target="/ppt/notesMasters/notesMaster1.xml" Id="R2f48178330f4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645bc815d43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1b93d8904245c5" /><Relationship Type="http://schemas.openxmlformats.org/officeDocument/2006/relationships/slideLayout" Target="/ppt/slideLayouts/slideLayout2.xml" Id="Rdfdc9c4df4d641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c9c4df4d641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d0585ab0d40ec" /><Relationship Type="http://schemas.openxmlformats.org/officeDocument/2006/relationships/image" Target="/ppt/media/image.png" Id="Rf302a8fc666b42e9" /><Relationship Type="http://schemas.openxmlformats.org/officeDocument/2006/relationships/notesSlide" Target="/ppt/notesSlides/notesSlide1.xml" Id="R5221dc29ce5d45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0daa9e4d14241" /><Relationship Type="http://schemas.openxmlformats.org/officeDocument/2006/relationships/notesSlide" Target="/ppt/notesSlides/notesSlide2.xml" Id="Rc7b20edfea84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d92872bbbc40a6" /><Relationship Type="http://schemas.openxmlformats.org/officeDocument/2006/relationships/image" Target="/ppt/media/image2.png" Id="R1ffef0e1e9364144" /><Relationship Type="http://schemas.openxmlformats.org/officeDocument/2006/relationships/notesSlide" Target="/ppt/notesSlides/notesSlide3.xml" Id="R6d36b1d5eb2349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049d43020b4ff2" /><Relationship Type="http://schemas.openxmlformats.org/officeDocument/2006/relationships/notesSlide" Target="/ppt/notesSlides/notesSlide4.xml" Id="R81d9bd8bff9d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e9cdad55145b2" /><Relationship Type="http://schemas.openxmlformats.org/officeDocument/2006/relationships/image" Target="/ppt/media/image3.png" Id="R01d6d62748a94d65" /><Relationship Type="http://schemas.openxmlformats.org/officeDocument/2006/relationships/image" Target="/ppt/media/image4.png" Id="R167a6449d1b641fb" /><Relationship Type="http://schemas.openxmlformats.org/officeDocument/2006/relationships/image" Target="/ppt/media/image5.png" Id="Rf67f4fcacb384b80" /><Relationship Type="http://schemas.openxmlformats.org/officeDocument/2006/relationships/image" Target="/ppt/media/image6.png" Id="Ra2541aa2394d43ea" /><Relationship Type="http://schemas.openxmlformats.org/officeDocument/2006/relationships/notesSlide" Target="/ppt/notesSlides/notesSlide5.xml" Id="Rd85d955d052c46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92bd5144b94e60" /><Relationship Type="http://schemas.openxmlformats.org/officeDocument/2006/relationships/notesSlide" Target="/ppt/notesSlides/notesSlide6.xml" Id="R12d0a7f2210c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4b2ef2d62241ea" /><Relationship Type="http://schemas.openxmlformats.org/officeDocument/2006/relationships/notesSlide" Target="/ppt/notesSlides/notesSlide7.xml" Id="R6a830fe640c04e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b005d429d4dd1" /><Relationship Type="http://schemas.openxmlformats.org/officeDocument/2006/relationships/image" Target="/ppt/media/image7.png" Id="R020379f653b24694" /><Relationship Type="http://schemas.openxmlformats.org/officeDocument/2006/relationships/notesSlide" Target="/ppt/notesSlides/notesSlide8.xml" Id="R8bc39ec1c18a4d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a86d161354a5a" /><Relationship Type="http://schemas.openxmlformats.org/officeDocument/2006/relationships/image" Target="/ppt/media/image8.png" Id="Re71f5ea0a2d240b1" /><Relationship Type="http://schemas.openxmlformats.org/officeDocument/2006/relationships/notesSlide" Target="/ppt/notesSlides/notesSlide9.xml" Id="Rdf7eaeaf22f7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7729a7f8a4ca3" /><Relationship Type="http://schemas.openxmlformats.org/officeDocument/2006/relationships/image" Target="/ppt/media/image9.png" Id="R60a9ecf0a0304b8d" /><Relationship Type="http://schemas.openxmlformats.org/officeDocument/2006/relationships/image" Target="/ppt/media/image10.png" Id="R6e32e209601d4811" /><Relationship Type="http://schemas.openxmlformats.org/officeDocument/2006/relationships/notesSlide" Target="/ppt/notesSlides/notesSlide10.xml" Id="Rf9d0a4f671d848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ff368c515429d" /><Relationship Type="http://schemas.openxmlformats.org/officeDocument/2006/relationships/notesSlide" Target="/ppt/notesSlides/notesSlide11.xml" Id="R217cd6cc2bf6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163c2f99e44856" /><Relationship Type="http://schemas.openxmlformats.org/officeDocument/2006/relationships/notesSlide" Target="/ppt/notesSlides/notesSlide12.xml" Id="R3758455447484f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208FC-1D06-40A5-998A-ACAFD24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EA899-AF64-4E0E-A3FA-570E1DE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书童四九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B13D8-432F-41F0-80A7-402149C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面向测试员的项目介绍与 E2E 验收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19298-EF2E-4524-A03B-44EE9849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目标：让测试员先理解系统边界、调用链与用户可见路径，再按统一证据标准执行验收。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1246A-2819-406B-8423-F0FCFD9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BBF5A-66B1-489D-B719-231F624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66218-AC1B-4D1F-98F0-8218EFBD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ACCF6-CFA0-41A2-A9CA-91ED7F4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 UI E2E spec 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2F1AA-C12A-4AB6-AE01-8301B5B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242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7F5E9-9B1F-4C91-81F0-D961C1F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242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1E894-5F76-46B1-A636-E0FD963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6707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56628-2B52-4D89-894D-1818AC51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99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可点击用户路径用例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9F118-476A-4ADA-8C7C-88AF8F59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242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36839-590E-4E98-9D6B-3B39E78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242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D31D6-4E8E-44A5-BE33-8A52CACD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6707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D108E-CE82-459E-83DD-401E76B2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常用上线门禁命令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3490B-BF25-4E4B-9789-132612C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47700"/>
            <a:ext cx="3714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2a8fc666b42e9"/>
          <a:srcRect xmlns:a="http://schemas.openxmlformats.org/drawingml/2006/main" l="65" t="0" r="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857250"/>
            <a:ext cx="3448050" cy="1943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E0827-6482-4CFE-A89A-B3BCB07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本稿包含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509A1-B56D-48C5-A614-D9F527C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44FEF-2D0D-4179-93EF-4F720D90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857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系统定位与三块操作入口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358AE-BB15-4FEB-9FA9-1B2002FC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0B3FB-75E9-46BC-AC16-C05246B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2857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浏览器到 Agent Runtime 的调用关系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BE29D-43DC-44E5-9FC7-066E4BB0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08829-AAE0-473D-8CE4-C72FDF20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57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平台使用路径与关键截图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69C4E-3F90-414B-B68F-4AF0410D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8A386-A63F-4416-8F1E-2C237351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2857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E2E 覆盖矩阵、命令与失败证据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AD10B-2E03-4F5D-822B-5E35AFCE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2A56E-FB3E-4ED9-9D7D-318BA4FC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68506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2C49D-A918-42B6-82DA-EC475E3D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FF74F-17E4-40E7-A74E-58BAF67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测试员先看三块入口，不要先陷进实现细节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90C04-9F19-4A57-9294-5D61AE83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书童四九 = 工作空间执行任务 + 资源中心配置能力 + 设置维护运行环境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A7AF4-E06D-4403-89AC-2EAEBEA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190E0-1C2D-4F59-9D39-AEC082EA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94793-1511-4E55-82E8-690F057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工作空间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A8BF0-2B63-41B4-AA74-1394254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838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新建会话、发送消息、邀请专家、插入文件、选择场景。这里验证用户是否真的能完成任务。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F8BB-6B3C-4060-A355-304CB40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4BA87-526E-4275-B5A9-75AC5A8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E7376-0E2C-4F05-AA66-DF55116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资源中心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CE6E3-93AA-4C5A-88FE-7AE2FBC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38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维护场景、专家、Skills、MCP 工具、模型与文件。这里验证资源 CRUD、依赖、分享和导入。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FEB3A-D7E0-47CD-8430-25A8C624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859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5747A-7103-43F2-8876-79EAA747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85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EBEA1-AE17-46CC-B173-5ED0293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57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7350D-D103-4D45-990B-A6F1CF72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838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主持人、主题、密钥、账号安全和沙箱 requirements。这里验证用户级配置和敏感信息处理。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BB2F5-0A70-47C5-BF22-DF7C30C4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662238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4B52E-8936-4D3B-B9EB-0E006AF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193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08CC6-D5B4-4437-B746-76F6102D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662238"/>
            <a:ext cx="466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AE863-E0E1-42AC-B482-E8AD3CD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193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D314C-6FF4-4A95-930F-297F8C6F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77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B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53927-E833-4B21-B2D6-B815AE8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测试口径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16675-B3E6-4382-A3DE-3BA7B85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48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F56B6-B3AA-4159-B4EE-E85BEE0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910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用户可见路径优先：能登录、能点、能保存、能刷新恢复、能看到错误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5B3AB-8122-4B33-88C3-B4EFDF43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972B1-B76A-4E19-ACF8-CAF4CDF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577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用户隔离优先：A 用户的会话、文件、Skill、密钥、沙箱配置不能泄露给 B 用户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B895C-91F7-49EB-814A-F00DED8E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965FE-9FCA-420C-89ED-7F8E0DB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244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证据优先：失败时必须带路径、截图/trace、请求响应、预期与实际差异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2DCC8-B043-4D6C-9F35-946984F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3A1C14-9A8E-4FBB-87C1-82E3761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62097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3470D-238B-46DF-B3AC-D7157F9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35045-E1ED-4FC1-B6B2-6D7EEDCB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系统架构总览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4F457-5054-457D-9ED0-5D7CBA7F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读图顺序：UI 发起 REST/SSE，API 建立用户上下文，Agent 调度专家与 ReAct，Runtime 执行 MCP、Skill 与文件工具。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ef0e1e9364144"/>
          <a:stretch xmlns:a="http://schemas.openxmlformats.org/drawingml/2006/main"/>
        </p:blipFill>
        <p:spPr>
          <a:xfrm xmlns:a="http://schemas.openxmlformats.org/drawingml/2006/main">
            <a:off x="1449207" y="1085850"/>
            <a:ext cx="9274536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4EABD-F739-43DD-B2A6-A6E877A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E5B80-A73B-4170-BEFE-BA8B7335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3714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6F73F-0F7E-4B15-B73C-BDCFAB8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80341-97DA-434C-B0BA-2149951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一次用户操作的整体调用关系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CA216-98A1-4FA8-89F6-8D4481C8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测试失败时先定位断在哪一层：UI、API、编排、工具运行、数据或外部服务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6D359-E910-4041-9F98-94A2C669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866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6CE75-567A-489E-8923-A6BB676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4AF66-8D39-405E-9D35-ECC77B8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Vue SPA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3AABF-C77A-42E2-B7CE-267514FC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562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工作空间/资源中心/设置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可见按钮、表单、路由守卫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7BB52-832E-4B67-8EF9-0965ED3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538413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85D2B-2947-4A04-B599-4D339F4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955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D541C-A2FF-4B1D-876B-7004934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1866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940B0-585D-4AF3-A2B2-115F124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F9EF1-D453-40DD-AF7E-3D8E9006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050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FastAPI /api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A08DF-29E6-4EBB-B311-F3CD5D8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1562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/api/sessions/*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/api/agents/*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设置/文件/分享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CED0D-A193-4CBB-A30A-AB13E37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8413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F47E9-E59C-4B05-B297-B979198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955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D7388-BBB9-4CD5-AB30-D930138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33550"/>
            <a:ext cx="1866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89187-F173-4FD2-9B00-956CCC8B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33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57BDB-BC05-4DA5-85B7-FB20718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050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会话与编排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A74F6-0DA6-4882-8136-2E0C469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28850"/>
            <a:ext cx="1562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主持人调度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专家配置装载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SSE 事件输出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3B8BA-66DA-4A3B-A760-B34EC92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538413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53B43-377F-4CE2-BC62-50EB3A7D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955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3F478-D857-463D-8D94-A780361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1866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B2B9D-E022-48D8-9129-5705990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B2164-1A47-4E0F-BFFC-AE16723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050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ReAct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78A31-56BE-4D1B-920D-4A88A773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1562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模型步 -&gt; 工具步 -&gt; 结束步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SimpleAgent 统一循环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03A85-CAED-4D42-AFD8-E4B61351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538413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9BA0DC-D69F-4737-9959-463D4A68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955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CE33F-0005-46B7-947E-E85990F6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33550"/>
            <a:ext cx="18669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648FE-D821-4484-B878-24F765F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3355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D129D-784E-47E6-8717-D5F53B36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050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工具与数据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9FAEE-30EC-433E-8BE8-E11B8DE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1562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MCP / Skill 脚本 / 文件工具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backend/data/users/{user_id}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C2E57-F696-4E87-9F05-C7FBD76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11DDA1-6BE7-4E59-946E-2A9558D7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09211D-6277-465E-A37E-C75CC70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72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测试要观察的返回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00FB59-9CCC-43C6-847F-67743404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19F3DC-DD4F-4B8C-9A5D-F5F3C9D9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页面：按钮可见、状态反馈、表单保存、刷新恢复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8A5E63-6D98-4C8E-A48F-0A111D3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27E51-CF0E-4C45-AB77-6D5264C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29175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SSE：route/content/message/end 等事件被前端正确消费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5D6CDA-0988-47B4-BCD3-524E680C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DEF13-F7E0-411D-A4AB-D49DBF1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错误：无权限、缺依赖、沙箱不可达时给出可诊断提示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A60E4D-BDE4-43FE-88F9-377B243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AAAE0-380F-4666-9589-5922B65A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8D511F-B6FB-4BD9-BEF2-322323C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72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常见归因边界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7AC2E-B66F-4B8D-9A86-CE2C48E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48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B747CE-AF2B-4F08-962C-4BCE258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UI 失败：控件找不到、路由错误、状态未刷新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304738-6DFC-4EA4-9F94-5F442610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8BD128-0ED1-4DE9-B40E-330FB4CD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29175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失败：鉴权、用户上下文、数据读写、响应结构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3C3280-8F56-4F4F-AF14-50EA596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2DF91-BECA-42C5-A31A-12A3134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4095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Runtime 失败：工具未加载、模型未发 tool_call、沙箱/依赖异常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2BDC22-C072-4BA8-8CC4-AE86572A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9624E8-817C-4025-885F-79172B8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78813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FE362-970B-4BAA-BBFE-6A0807D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5DFD2-18E7-4969-8E08-9B3C655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平台如何使用：测试员按真实用户路径走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9A304-CEC2-44FF-B327-6EC310A9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不要只从接口入手；先用页面建立完整路径，再用日志和 API 归因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9275E-D91C-439C-82DB-0B51DF00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04925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6d62748a94d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314450"/>
            <a:ext cx="2457450" cy="1638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46A0-CB39-4339-ABF8-D085A69F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304925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a6449d1b641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1314450"/>
            <a:ext cx="2457450" cy="1638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A5FB3-B1BE-4361-BADF-0B3A8B8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04925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f4fcacb384b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14450"/>
            <a:ext cx="2457450" cy="1638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A4A52-81D5-4EFC-B27E-A62178C5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04925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41aa2394d43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1314450"/>
            <a:ext cx="2457450" cy="1638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042F0-7B87-4EA6-884A-4FC7B0D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登录/注册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CB154-FBEA-4FE9-BF6E-E8F3E68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497C1-7973-4DA9-97C4-774E4C0D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资源中心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558C7-4C76-43A7-A209-FB605B9B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设置/沙箱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C534E-A13D-4624-9E06-5C7DFD83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119313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5F2C8-167C-4B5C-905C-5F1D2C8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EE936-EF85-4361-8FCB-851F2ECC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119313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AA82D-31FC-47B8-A481-9598836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901BD-D363-4E55-B7A9-ECAA8CF3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119313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06D16-3CCF-4E70-89CA-D8E8328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0F151-8818-476C-8ABB-C93BF740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668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FE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43804-8B21-45E5-91DB-9C94CDD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最小用户旅程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E3C43-EB99-4B9C-8B54-FE9AD6E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B5DB7-D9DC-45B9-8FCD-9FE0D15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登录后进入工作空间，创建会话并发送一条消息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F385E-FB28-4FB7-BACB-F9824F7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67F26-B506-4831-8D30-E3A09D8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进入资源中心，确认场景/专家/Skill/工具/模型能查看、创建和保存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15CE3-3AC9-4EE3-BEE2-423133E9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E603B-B6B8-4262-A8E7-ADF4F2B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进入设置，确认主持人、密钥、账号、安全和沙箱 requirements 是当前用户自己的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35CD6-B026-4E52-8C41-91C3CFC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49147-9447-4A3E-A9D6-D3111FC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006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打开分享链接，预览后确认导入，回到资源中心检查结果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7694D4-DBD0-4934-ABAD-9A15E8A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B550A-98F9-4251-952F-6556E8D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44409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7C1A8-59B3-4A2C-8C4A-51A6B0F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92F0-14E6-48DA-A568-8780AFC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测试分层：每层回答不同问题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0BC30-DCC9-4230-932F-BFE2E0E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上线前不要用一个命令替代所有判断；先确定本次风险属于哪一层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B9DD-EE02-40F7-AB91-0B46D2E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25383-FA6A-4444-A3FC-70FFCEFA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724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B4AE0-D89A-4C78-9D24-F1D4664F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33350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6EB15-BDB3-4032-9378-F396288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90650"/>
            <a:ext cx="3124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B5717-B3F2-43E2-A6F3-C38032B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F6743-CECC-4C8F-8078-C3EA74F5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3906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1F2CE-C2B0-4822-8CF9-12BF5AA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335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A6965-3C27-4471-95F3-8AF9662B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390650"/>
            <a:ext cx="2181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不覆盖什么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89F34-7F6C-4377-A194-965D2E2B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952BD-6BCA-44ED-92C9-0D15B14D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724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UI 点击级自动化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FE950-1EC8-4BE5-9E78-D1E5866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600200"/>
            <a:ext cx="335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867C3-0200-486E-BDC1-ECD80AD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./scripts/test-ui-flow.sh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4C267-2E79-4503-9A5F-DD2FC0B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00200"/>
            <a:ext cx="3371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10A93-CEA2-4B85-93C4-6A6E0D49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335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 Vue 页面、路由、按钮、输入框、关键用户路径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203C0-8B9B-4D7C-B0F1-8FC3AC1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00200"/>
            <a:ext cx="2409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220DC-F9D8-4A5C-821D-96F396BA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33550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不验证真实 LLM、Docker、OpenSandbox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3169C-C860-447B-8068-911C520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07467-8DF1-4E13-803C-3156DD4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24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第一层回归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EE4CB-7C16-4691-899D-30D9E4B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38400"/>
            <a:ext cx="335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665E2-8FE0-47DF-87C1-1898EED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./scripts/test-layer1.sh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FF42C-A70F-4695-9AD7-B4D2ADB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38400"/>
            <a:ext cx="3371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198D0-56F4-40C3-A2F8-90994E30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71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后端核心链路 + 前端构建，适合最低上线门禁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0041D-1FD9-4941-9FEF-FBDDA25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409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41943-9CC5-4AA6-831F-8826DAE0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71750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不覆盖所有 HTTP 路由和真实外部服务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0FE15-FF23-4063-A0B1-01E6D5A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AB85F-5BC0-44BC-A34F-C5AE4DED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24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完整门禁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0B2AF-3D36-4A3A-9647-512F466C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76600"/>
            <a:ext cx="335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12ACF-6F0B-45CE-A86B-CED411A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0995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./scripts/test-full-flow.sh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67EC7-21B5-4DF6-8F31-4CE7112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76600"/>
            <a:ext cx="3371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7143AD-79BE-482D-8802-18C23E45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099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后端全量测试 + 前端生产构建，适合提测/上线前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DDD53-55FE-4D47-B1B7-68099391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76600"/>
            <a:ext cx="2409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B41656-D174-49FC-9299-D784F03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仍需部署冒烟验证环境变量和容器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7D912E-4F33-44BE-953D-329FB6D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6A34EE-2CAD-4C99-8C8A-866D7AB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724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部署冒烟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2EB76F-6FA6-4882-B8A2-1180A194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14800"/>
            <a:ext cx="335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087EC-1523-498C-AEE1-65C9BEE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48150"/>
            <a:ext cx="312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docker compose -f docker-compose.1panel.yml up -d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858EC5-AD28-4A04-B661-EFC44EBA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14800"/>
            <a:ext cx="3371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3285FB-6416-4E2D-9B6B-4BC919F9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481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容器、健康检查、登录、基础对话、技能沙箱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8815FE-45FB-4C61-BB6C-87850C2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14800"/>
            <a:ext cx="24098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BE1CEC-0926-4E36-A368-461DBAF1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48150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依赖目标机器、镜像和模型 Key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6AC75F-2661-48D4-8CB6-BE09E5E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2455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8E42AE-5F57-4721-A96B-03AE19FC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19800"/>
            <a:ext cx="670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FRONTEND_INSTALL=skip ./scripts/test-ui-flow.sh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75E448-B2C3-4490-9182-E07D38E5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69363E-8925-449B-A5D4-596540C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8453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A98B3-DC12-4CE5-9D75-843EFD3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E4A08-5EAD-4003-900C-4A8F40EB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 E2E 覆盖：7 个 spec，35 个用户路径用例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81F76-8969-4692-ADA0-29222FCB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这里是测试员最该先跑通的前端可见验收层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65E44-0B81-41AF-AFCA-1DE09114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登录与账号入口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B8DE6-B60E-45C4-A5A6-FD4F7D4B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47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auth.spec.ts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022C1-1338-42EA-985E-DCA3882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478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A1986-EE41-4FB4-8775-1C302C90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BDF19-606F-4CBA-BEB2-C50FCB43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路由边界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DF236-57F2-4635-AE2D-9A3C4BF2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route-boundaries.spec.ts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B819-8283-4880-AE27-E45E4F4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285D3-8DDD-46FE-84EE-A25841C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9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141E4-447C-4F4C-AA17-8119C40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工作空间会话与文件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FE4BD-F374-4810-9D2A-96E23FD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workspace.spec.ts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28B85-92B9-455D-88EF-2F6C3A90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C8F59-3F2E-4F5B-B809-E9A5DDE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81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35BC4-3AAA-4B76-9897-647C1679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资源中心场景与专家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95AB1-5FA1-4613-BC5C-467CB98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resources-scenario-expert.spec.ts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A21F8-7A6F-41C1-8236-AC4C0996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AD539-B347-4AAB-88EF-8C7D08A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52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8679C-4B7C-4491-8726-487FB38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资源中心技能/工具/模型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BE862-A648-4073-9908-7CE6A97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resources-skill-mcp-llm.spec.ts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A8F2D-6C05-4710-B582-AA8D7FB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D8FD7-40D3-445E-99DD-21D069A8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24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9827A-5C72-4A02-9E9A-A98911A5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设置中心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33983-2149-40EC-8D7E-8C6E707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05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settings.spec.ts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2535F-24D2-4021-9C33-60065C0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5336A-C865-4DDF-A47E-3D7DC2E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 cases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6F44E-B72E-41D9-9C51-7C015F1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分享链接与公开场景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F0E1D-B35A-45B3-A391-B73D758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share-routes.spec.ts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C22FA-E069-464E-A5DA-BA069F3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77DBA-25CF-4BB6-AD8A-B18D5C9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 cases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30D09-4CBF-4217-A776-10E78E7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71600"/>
            <a:ext cx="238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7CE60-B7BC-43D0-BFEF-0C2DA3F8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00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读取方式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6D715-81DE-4BF6-BEEE-22A134A1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8427E-EA87-4D4A-AC77-7B26A25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61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先看 describe 名称：对应验收 1/6 到 6/6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F36FB-A29E-41EC-8220-E8C355B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28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8BA016-B44D-4210-8698-8AC2CAE4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71725"/>
            <a:ext cx="161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再看 test 名称：就是用户需求表达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9D255D-D987-4D19-ACCA-16ED75D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F9E56-730C-4295-9D2E-C277048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43200"/>
            <a:ext cx="161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24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定位控件优先 role、label、placeholder 和可见文本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9BAC0F-16CB-4B43-A686-99261F7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71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33D5F4-5417-43B1-A433-DFBDD23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4675"/>
            <a:ext cx="161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失败时看 Playwright trace，不只看终端红字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7E0AB0-3AEE-4B46-B6BA-CAC0858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054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5ABF88-C165-47D0-A3F7-ADAE1021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006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./scripts/test-ui-flow.sh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3F665A-36AC-4137-BFE0-5B10FC0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A203D-D6F6-41CB-BE6D-D58AA7D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78173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A67D0-B4C1-4759-9894-EF2A9D6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578FC-5008-4A74-963C-74BA0C6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关键路径 1：工作空间会话、文件与场景入口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0EE0F-C49D-4499-8D5D-091449D6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这是最接近真实用户任务完成度的验收面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B6621-A8FA-4F15-814C-018060E0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47775"/>
            <a:ext cx="56197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379f653b246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5600700" cy="3733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AB3CF-4E89-4EA8-BB39-022AACC4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57300"/>
            <a:ext cx="4686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353B3-1544-4B37-AACE-3F29E4C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573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286F-F0E8-4AED-86E4-5F8070A2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14450"/>
            <a:ext cx="445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BF4CE-0132-4C4F-9F78-455B979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71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B7B1A-C68B-42AC-8244-048FC81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0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新建会话后能看到新对话标题和输入框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84D53-6D74-4779-9CBC-8946B856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979EA-CB76-48F8-8750-2A7808E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85975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发送消息后能看到专家回复或可诊断错误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0C43D-20F7-4474-893E-B7DB5CEA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6452F-7FA4-433D-9423-44ED510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成员管理能显示主持人、当前成员和可邀请专家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573D9-EDD6-4502-8ED8-BE7F3B61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86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6E4DF-C67B-46DF-A237-69F504A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28925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文件入口能插入已有文件或上传本地文件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457C5-919F-4AA0-BAA9-470A20CA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1E9B2-423C-42F5-8D11-857BB3D0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场景快捷入口不会把旧用户本地历史带给新账号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BB1C1-4420-4EF8-AE61-40F30C36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33E17-6C1D-4AEE-A461-228B196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3714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运行中的会话状态、完成提示、刷新恢复都要一致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45B2B-7272-4CB4-80F4-885ABB0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74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EC88B-F881-43E8-BB95-8C7D6A27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998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自动化锚点：frontend/e2e/workspace.spec.ts 覆盖 10 个用例，是当前 UI E2E 中最重的一组。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5C34A-FB16-4D26-BF56-089301ED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576CC-72D3-49DF-8504-1BCBCDA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7689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44A4CE-F3F9-4D7F-90B5-25C6D91C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7A5EE-7204-412A-80EC-6FCE858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关键路径 2：资源中心决定 Agent 能力从哪里来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0322D-DE93-4EFC-9D9B-469B24D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场景、专家、Skill、MCP、模型不是配置页装饰，它们会进入会话编排和工具组装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43349-49CC-4289-BB49-E189AF6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09675"/>
            <a:ext cx="45910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f5ea0a2d240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219200"/>
            <a:ext cx="4572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1CB56-6578-4620-80DA-F52393D3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352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4E494-739A-4B13-A243-D5E426E4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27CCC-667F-42FF-B160-94818CC4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E5202-E407-43C1-AB59-981555F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组合主持人与协作专家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9DE0C-28E9-4EBB-9DB1-48B9141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1352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A7971-3650-409D-AB59-4558A66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801CA-CFFE-46B4-A8A2-90AE3F07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33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专家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DEC47-76CF-45C2-9999-C4F13928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绑定人设、模型、Skill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D4D5D-0DAA-4319-81B7-7A7CD649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62100"/>
            <a:ext cx="1352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AA988-8E5F-4CD6-A234-A702DC36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621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8541C-A091-448E-8639-F7CCC1F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8ABD2-632D-40F3-9C3D-0F285693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574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策略、脚本、依赖声明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8CDEE-9CED-453B-A968-5E6DC47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1352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7F314-59A8-4A76-A2B5-82BBD38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36E47-2DB2-47DE-9ADF-6F389CE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52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MCP 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D2F27-5839-4D51-A250-E581466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766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标准化执行能力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14243-7E3B-4ADF-8AA3-4885CD1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81350"/>
            <a:ext cx="1352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70B6E-360B-467A-8355-AEF5A084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813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06461-D242-4833-9098-23E8433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7C8E0-B812-45F1-9C64-A4F44684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Provider、参数、Key 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E8632-E66A-433C-B868-6ED51133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52638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336F4-7F12-4F32-B2B7-899B3F9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0097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4EEBB-8AAF-4EAF-9B7E-AFE8B72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052638"/>
            <a:ext cx="10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D5B8E-9D8B-4DE2-9EC4-E10AD59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0097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29BC4-B7B8-4B07-B672-96688FA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30867">
            <a:off x="4743450" y="2614613"/>
            <a:ext cx="157605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09914-2259-4AAD-8F54-9A0E123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8610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59383-8828-49CF-BC97-EF3D57F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671888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48C57-2950-4E72-98C3-C27E531B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290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E2217-6911-4E52-BC6F-32D95D74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CC6B6-9F89-44E3-AD3F-2C8AFE7E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资源中心测试结论必须回答：资源能否保存、能否被会话读取、缺依赖时是否提示清楚、分享/导入后是否影响当前用户自己的资源。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80759-54D8-4C5C-9255-2E639590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DAA96-1F1A-45A1-ACF1-1F5E3FCC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14065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9BA06-11A7-4232-BF4A-C16B1733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270D-D9ED-447A-B52B-DC675854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关键路径 3：设置、沙箱与分享是高风险验收区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DFC49-6372-4DB2-9C3D-B405907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这里最容易出现用户隔离、敏感字段、运行依赖和导入冲突问题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1DDC1-6658-47DF-959E-EB6E1C83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96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9ecf0a0304b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219200"/>
            <a:ext cx="3543300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74E48-11CA-492F-AFF7-9107C9DC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96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2e209601d48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219200"/>
            <a:ext cx="3543300" cy="2362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ED072-1F65-4ABE-8CB1-0EC88D8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990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D2274-679E-468C-BBB2-451765C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83ECE-AC30-41BD-AC7B-59A0E04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763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4A960-F12E-4B92-98D3-C10F7FC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B9935-8C51-4079-AAD4-977C71FD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密钥不能明文回显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FB0E0-2691-4EBB-9216-E92C145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F8CBF-3A5C-4BE5-A605-739B1B4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977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主题和偏好不能影响登录页或其他用户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C65F2-4EA3-49CC-A465-19D4F101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3CF63-475E-43BD-BBF9-A71193C4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沙箱版本和 requirements 是用户级配置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CB784-D63A-4222-BB81-807FE16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5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7A95B-CECB-4E87-9EE4-60FC9C4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38425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分享导入要能预览、确认、处理冲突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E215E-67CD-4B25-9111-42002C79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DE3DA-FF74-4986-A8B7-C91F4B15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2190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旧链接 /scenario/run 仍要兼容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34E86-AC5A-408F-8293-5E6F763E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0629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8654E-58E8-4DC3-A628-07602AF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测试员判断标准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B94CF-2A46-4C1B-895B-479085D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807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设置类页面不只看保存成功，还要刷新后复查、换账号复查、回到工作空间复查。分享类页面不只看导入成功，还要回到资源中心确认导入对象和依赖状态。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D5F88-0AF7-4EC0-9921-7E3BF7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C6DE2-9C3A-43AC-9850-5BE346B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84998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6299C-E2CF-47ED-ADE2-4A28C0A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A334-2C49-498A-AA40-0A3453A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失败证据：不要只报“测试失败”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1E01-A1DD-4BC0-9C75-89CBF517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每个失败都要能让开发者定位到层级、路径、状态和复现条件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C4F10-EB7B-486D-B8D3-135371F6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AB91C-D073-4B53-9301-12E86A4E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34FF2-4F35-4368-B26F-03F3641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1. 复现入口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B6D7E-D28E-4DFA-A731-8D12D36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038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页面 URL、账号、前置资源、点击步骤、输入内容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AAE53-F473-4155-9CEB-01EA7153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6685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33506-D50C-4961-9204-F324B218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668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2357D-D260-47E5-8EAD-4EA53A7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383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2. 可见证据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EB5A9-86F3-43A6-A3CF-F2D1AFB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62150"/>
            <a:ext cx="2038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截图、视频、Playwright trace、控制台错误、页面状态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2F4BF-22C0-4EA9-BC38-E83C4A6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8EB8A-FEB6-4DBE-953F-014201B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DD84F-998D-40A6-B526-63D2164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3. 请求证据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473D3-53EB-4EAD-BC03-8709131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038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相关 API、状态码、响应体、SSE 事件、request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943C3-27F9-4906-8E12-C8BA1EFF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C01EE-3858-4789-BAC9-23D55CE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AFA5F-B1DE-47A6-89ED-F3BD9D0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4. 归因层级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028E3-6965-4DCE-ADB7-655F039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38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UI / API / 编排 / Runtime / 数据 / 外部服务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FEF42-129F-4476-8928-056C9465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6E7BA-5800-4325-8DC6-546D0E6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D93B8-1916-4D4D-B792-DDD4D86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Playwright 失败先看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2CEDE-389F-4AE3-B78D-0D0A233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F43DE-29BE-4242-9B51-3771F6A2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控件定位是否过宽或页面文案重复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B9C63-1482-4BC7-97D1-582160C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43436-E098-4758-A5C7-DE60D45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mock API 是否覆盖本次请求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16D16-CFC3-4BE2-AED7-C08BE50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DFD53-FE43-47E4-B334-F9D6A6A1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页面是否被路由守卫重定向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7CEE1-7FB8-4125-A271-C28D427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CF4F2-4092-4BC2-AF56-0E02A5D1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等待条件是否绑定到真实可见状态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8D8E5-B9DD-47A9-A04C-99FC29F2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78104-957E-4DF6-8E2B-4F63B26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7555D-8C6E-46A7-9B13-7562FEBD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后端失败先看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8590EE-38FC-485F-A847-3DC28A4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D08235-AD36-47FF-BF2E-6794384E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用户上下文是否正确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1F899-48D5-42EC-A0BC-13E2F18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62ACE-FA71-4919-A726-EB1993E6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资源路径是否在 backend/data/users/{user_id}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5D8F8-3036-426F-A7F2-95EECF4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81D2C7-C644-436F-ACAA-5349A38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053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模型是否真的发出 tool_call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C452BF-1123-41B5-91F4-DF912C10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430D4D-A8EF-45A6-9E6F-D19B5FC5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沙箱、MCP 或 requirements 是否是运行层问题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BE9584-BA66-438F-BF07-A10A7C89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E164A2-8AAF-4DB4-A1FD-2BE02EB0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40435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80393-2675-45F6-995D-AA354A0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99D8B-032C-4E50-A6A0-F102E58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测试员执行 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DAD64-5A12-46A1-9C77-FAB24CFB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按这个顺序交付，结论会更稳定，也更容易复现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D6EFA-8F61-4BB3-AF31-CC3ACB9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B87FE-87AD-46DD-B5B0-0FEF616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D44A-6E7D-41C8-89E7-C32BF08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3825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52E19-513A-4ECB-A85F-C64450FE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09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8340C-CC11-4C64-A52A-B7E8955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62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确认代码版本、依赖、Chrome、测试账号、是否需要 Docker/模型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1444-BF16-4029-8B4D-31485086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DB343-1954-48EB-ABD5-45F97A2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B4861-2841-418F-B413-D33AFBF7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6A70C-5711-4D76-8D91-B791B16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860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先跑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5BFDC-25D8-4428-A903-0A30CD52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./scripts/test-ui-flow.sh</a:t>
            </a:r>
          </a:p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确认 7 spec / 35 cases 全部通过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66252-5E37-414A-94AA-9B47118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0F79B-56EB-4251-A4FF-67CF8001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70C02-DF4C-496B-95CA-937B768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085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FFCBC-462D-47C7-A452-FAE05262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62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跑门禁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5B036-B20D-4F9C-A317-D8B7CE9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146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./scripts/test-layer1.sh</a:t>
            </a:r>
          </a:p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高风险或提测时再跑 ./scripts/test-full-flow.sh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72479-C628-4807-85D7-5B632A3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9CA60-ECEA-4FC7-AC5F-E8C0133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6DD92-22C3-46A7-9581-8730EAB9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FB43E-8596-4521-AD72-1962439E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手工复核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BD5E0-B388-4F8A-BE86-04D37CE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909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登录、工作空间、资源中心、设置、分享导入各抽一条真实路径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91199-1B6B-42E8-BF23-63A4A6E7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0E720-2815-4D6B-A8A4-5E8B8856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E7754-D358-4CA6-9F93-C797CFF3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941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2C375-EF4D-4B4D-A54B-C99724D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14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60277-CED7-4B13-85F3-0D8C6EE3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672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通过项给命令结果；失败项给截图/trace/API/归因层级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6C8B5-5EEA-4968-A2EF-19B5C76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41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7E1F2-711F-4EA7-A370-D8971DF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一句话目标：让每个测试结论都能落到“哪个用户、哪个入口、哪条调用链、哪份证据”。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2C79EA-D46B-4EF6-AA96-6B4118E8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书童四九测试员介绍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FA0874-922A-4D6E-8185-C8C724D8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5080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2026-05-29T10:00:23.0420000Z</dcterms:created>
  <dcterms:modified xsi:type="dcterms:W3CDTF">2026-05-29T10:00:23.0420000Z</dcterms:modified>
</coreProperties>
</file>